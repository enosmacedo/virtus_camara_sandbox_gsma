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356" r:id="rId5"/>
    <p:sldId id="372" r:id="rId6"/>
    <p:sldId id="421" r:id="rId7"/>
    <p:sldId id="400" r:id="rId8"/>
    <p:sldId id="366" r:id="rId9"/>
  </p:sldIdLst>
  <p:sldSz cx="12192000" cy="6858000"/>
  <p:notesSz cx="6858000" cy="9144000"/>
  <p:embeddedFontLst>
    <p:embeddedFont>
      <p:font typeface="Verdana" panose="020B0604030504040204" pitchFamily="34" charset="0"/>
      <p:regular r:id="rId12"/>
      <p:bold r:id="rId13"/>
      <p:italic r:id="rId14"/>
      <p:boldItalic r:id="rId1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41A"/>
    <a:srgbClr val="5D5D5D"/>
    <a:srgbClr val="112369"/>
    <a:srgbClr val="676767"/>
    <a:srgbClr val="C6C6C6"/>
    <a:srgbClr val="EC1C24"/>
    <a:srgbClr val="802A8D"/>
    <a:srgbClr val="EA0889"/>
    <a:srgbClr val="008A85"/>
    <a:srgbClr val="49B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ACBA1-FB54-44CC-956C-EA965A355272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8B9305-672A-45ED-898F-C15141428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909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BB2740-FC21-45E1-B322-C5D4F8E47FB4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E94A3-2B19-4517-99F9-26B32377C2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952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virtus.ufcg.edu.br/" TargetMode="External"/><Relationship Id="rId4" Type="http://schemas.openxmlformats.org/officeDocument/2006/relationships/image" Target="../media/image3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virtus.ufcg.edu.br/" TargetMode="External"/><Relationship Id="rId4" Type="http://schemas.openxmlformats.org/officeDocument/2006/relationships/image" Target="../media/image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www.virtus.ufcg.edu.br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m marca do parcei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1C1060-DB4C-6344-2EF9-3AFFD7908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4040" y="0"/>
            <a:ext cx="9157960" cy="68589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59240" y="805522"/>
            <a:ext cx="6189401" cy="1736191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defRPr sz="3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40" y="2760174"/>
            <a:ext cx="6189401" cy="1051335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3BC6E41-382D-4667-BB91-1DFBC89B923F}"/>
              </a:ext>
            </a:extLst>
          </p:cNvPr>
          <p:cNvSpPr/>
          <p:nvPr userDrawn="1"/>
        </p:nvSpPr>
        <p:spPr>
          <a:xfrm>
            <a:off x="9424656" y="4855003"/>
            <a:ext cx="2767343" cy="1326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93146E0-DE73-2F05-8AF7-330EE451474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937316" y="5002212"/>
            <a:ext cx="1711325" cy="1031875"/>
          </a:xfrm>
        </p:spPr>
        <p:txBody>
          <a:bodyPr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200" b="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parceiro. Se não for inserir a marca, use o outro layout de capa sem este espaço.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5F4A42B-D1FD-06D6-2DA1-5EA203DB0E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F577998-67A1-F8F0-184F-07A19FD29A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6596" y="4589638"/>
            <a:ext cx="4833968" cy="161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 sem marca do parcei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09555D3-A253-FED9-D9E4-6E45DE3DA1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34040" y="0"/>
            <a:ext cx="9157960" cy="68589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59240" y="805522"/>
            <a:ext cx="6189401" cy="1736191"/>
          </a:xfrm>
        </p:spPr>
        <p:txBody>
          <a:bodyPr anchor="b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36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40" y="2760174"/>
            <a:ext cx="6189401" cy="1051335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C3E3C5E-2751-BF98-7C48-656F8DD6FB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5B90B25-0FA7-5845-0CF6-DA9C5B7F2A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6596" y="4589638"/>
            <a:ext cx="4833968" cy="161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3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Padrão]">
    <p:bg>
      <p:bgPr>
        <a:solidFill>
          <a:srgbClr val="E4E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rgbClr val="10277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A56B1D-53FB-89CD-1622-3903FB118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91880"/>
          <a:stretch/>
        </p:blipFill>
        <p:spPr>
          <a:xfrm>
            <a:off x="0" y="0"/>
            <a:ext cx="548640" cy="6858000"/>
          </a:xfrm>
          <a:prstGeom prst="rect">
            <a:avLst/>
          </a:prstGeom>
        </p:spPr>
      </p:pic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EFC33E6D-6C9F-06A7-8D34-55E95B609E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133" y="5961780"/>
            <a:ext cx="953734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66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2F5F62B4-4FC4-D947-9C47-3A4B2F1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16" name="Título 9">
            <a:extLst>
              <a:ext uri="{FF2B5EF4-FFF2-40B4-BE49-F238E27FC236}">
                <a16:creationId xmlns:a16="http://schemas.microsoft.com/office/drawing/2014/main" id="{C6650682-5581-E461-E7E7-28E1AE8E4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7DA8E824-7904-3B78-DDA4-7412FF82A8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B232126-6554-7B29-DBE9-812491DD48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EBBE21-C2DF-F306-6C02-4E95A5E210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29131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2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C53ECBF-CB73-892A-11CA-2B8677ED9E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A3F5C830-5F88-FC35-9CFC-60644941DB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E343EB41-82AC-3FB6-B9F4-32950B8704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252AFB2-2E0A-BF0A-EA92-90BF21162E6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227588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  <a:endParaRPr lang="pt-BR" sz="900"/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F6226082-3B3A-2417-3537-6ED0A847E2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BC01E1C-40F2-5195-2381-44BEF13A2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09A8B2A-AE6D-8A44-C1A2-2C09D12427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3" name="Título 9">
            <a:extLst>
              <a:ext uri="{FF2B5EF4-FFF2-40B4-BE49-F238E27FC236}">
                <a16:creationId xmlns:a16="http://schemas.microsoft.com/office/drawing/2014/main" id="{F5872B4D-5C9A-3E05-3D0E-45DC5656C6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081BA4C7-18C7-BD40-6BEE-2FAF4B4A564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53468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4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7B08138-4802-D782-6B13-07DEA0070F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D6709D41-E827-A5A7-C52F-16BB149413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86420EDB-A4D6-853F-4AA7-FFCDC1DF7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B41A47F1-A077-2ED7-A82D-3E0C988DC4C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A4FFC4AE-631F-8878-4DE2-8C1671C4158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9447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4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  <a:endParaRPr lang="pt-BR" sz="900"/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9EFFF04-AADB-94F5-D1A5-1D23F52FD7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E2C19320-B002-FD22-D348-40706EC76C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375A7706-BE8B-F626-E9AC-2C75A59FA8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DBE1F822-6A90-663C-CB4C-4D1D7C5D39E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2076456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Azul]">
    <p:bg>
      <p:bgPr>
        <a:solidFill>
          <a:srgbClr val="1123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AA6922C-E6ED-5FC6-27EB-3D4DA77C99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6767"/>
          <a:stretch/>
        </p:blipFill>
        <p:spPr>
          <a:xfrm>
            <a:off x="0" y="0"/>
            <a:ext cx="89408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79BC5A3-9D50-4E88-8AC2-223D50D381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2F5F62B4-4FC4-D947-9C47-3A4B2F1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0681C94-AAE3-0E4F-916B-409EAE5E46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850FDD2C-EAA5-0C49-52A9-26FB19EFDA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7" name="Título 9">
            <a:extLst>
              <a:ext uri="{FF2B5EF4-FFF2-40B4-BE49-F238E27FC236}">
                <a16:creationId xmlns:a16="http://schemas.microsoft.com/office/drawing/2014/main" id="{5BB5B1B3-3B12-F0CD-15A8-463F3703E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1A7FEC5-A245-C9AA-C37A-47A3FDFD46F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61236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2A45770-1A31-6693-6DF1-0A7FE8CDB43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57B5BE03-2526-0600-1FE6-B736980525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25191BD6-55B5-CDE2-2642-547AC34625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8F8AF11F-447A-F7F5-AE82-0896E03730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62808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4DAE225-E23B-49FD-B0FD-242994344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C32CB37-2439-5A53-C0BE-9FF20A177E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49453718-18A5-5505-0A99-3698AF90DF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85059547-D6BE-1B82-A122-306D3A27A8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855B9256-19B0-61A8-ECB5-7B20C86B099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95856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Montserrat SemiBold" pitchFamily="2" charset="77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Montserrat SemiBold" pitchFamily="2" charset="77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Montserrat" pitchFamily="2" charset="77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Montserrat Medium" pitchFamily="2" charset="77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Montserrat Medium" pitchFamily="2" charset="77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C5C07D29-794C-289A-BDFD-93CAE35A4E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C3740A7E-F361-7BA0-C9E9-8B034A10674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7FA786CA-46E9-4763-7FE9-697E264B12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7970F12F-3F3D-E6EF-889D-1E51D00BB59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B52A31A0-711B-23A3-06CC-4D55372D920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821408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Azul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3E70ECF-24C7-ABC9-5C05-376FB726CB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362AF5C3-0B34-DD6C-55DA-46B8C4E8834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7689FDCA-C4D6-600A-87F3-A4F0CBEE20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F524A1E2-6B50-D2E5-8CF1-2B1C3CB3077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1128786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Verde claro]">
    <p:bg>
      <p:bgPr>
        <a:solidFill>
          <a:srgbClr val="49B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F356F2F9-E9EE-F08D-075F-40C800D9AC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624"/>
          <a:stretch/>
        </p:blipFill>
        <p:spPr>
          <a:xfrm>
            <a:off x="0" y="0"/>
            <a:ext cx="70104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91E296D-2B05-54D7-B44B-905EC998CE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757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2F5F62B4-4FC4-D947-9C47-3A4B2F1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9E2333B-2718-35F1-87DC-ECB5250601D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E8590B9F-D978-E6E9-8C04-5B4EC797E0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236D4C73-80F5-45FF-2D23-3CB6AE6DD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03B8388A-C80A-65F2-31D4-596641937EB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3797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112CFAD-E876-1F46-497D-67A8E15090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D27EB103-DB2B-B710-678D-02FB8A4B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410A23D-E21E-EBAB-C2F7-7CCCB5B1049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E1C5D96A-BB22-44CD-5D85-11417A536F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C8809D75-6388-19B7-C234-631E39E49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2" name="Espaço Reservado para Conteúdo 2">
            <a:extLst>
              <a:ext uri="{FF2B5EF4-FFF2-40B4-BE49-F238E27FC236}">
                <a16:creationId xmlns:a16="http://schemas.microsoft.com/office/drawing/2014/main" id="{D845D139-6AD9-C1B6-6316-DA2C028F5CF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53991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8E4AB4C-F4C8-D734-44D9-8324B06C6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921F27C-EBFF-56E3-1106-E5627855F6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AC09D67-2CAE-4F17-B8C0-0B4177365DF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295C20E7-65FE-BEA0-FCFE-51551E8D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C3D4B424-46F3-0A59-5214-A176CFED91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99DFC41C-6C4A-AA7D-9BD7-F140FBA4D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8310CB3-2132-4BE4-2A2F-1AD4F6D62C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74535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78A2003-E7BD-2A92-298F-7CC87612172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EAC74EC-E7A9-A51D-F385-7759F5DC0F9A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A4CD2A68-FF90-7DD6-69F3-463B3BBD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DBC4F50A-2B63-D1A2-D096-47FFFADF4FF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EAA198A5-1644-90A3-9763-F27AB0B92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49B6AA1D-33D4-3BA3-E6C2-F7B50C742A7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88F158A2-ADA4-568D-1FA5-8D834307F96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84727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Verde cla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09B94E3-1D8C-1FCD-C395-9E58135FCD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179CBFD-251E-0D8B-0927-56F8F8D2230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E4C470EE-EACA-4541-6F16-885279633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9153731C-0997-610B-2B7D-0E6EE7548C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D37B2DD4-C2A3-44A6-BD12-2CCD18C5D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0D38CBB-1671-C230-80E9-063AE9CF129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863015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Verde escuro]">
    <p:bg>
      <p:bgPr>
        <a:solidFill>
          <a:srgbClr val="008A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2364D7-8657-46F7-C232-6F17C4CE4B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6316"/>
          <a:stretch/>
        </p:blipFill>
        <p:spPr>
          <a:xfrm>
            <a:off x="0" y="0"/>
            <a:ext cx="92456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A3129E9-251C-4C7D-CAFD-60285A0D78C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281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5698C76-FCA3-95AA-A6EC-6B50BEBBC0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B96B46A-28B9-037F-8358-2DA242843671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44384B8F-EE4E-3BBC-AD0D-C96FC7F6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B6D85B74-F5C1-DE8F-4FCD-600118355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DE2F11DD-24EF-E1E0-9181-29A729111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BA02DCEA-C748-14F4-1CED-4D7889EE37B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36626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4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87B03F0-C5C5-F8C4-A74A-021C41D68D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7D394D6-FDB9-9499-70E7-56DFD26E9D8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59D17B1E-98ED-F84E-EA33-B66E6A3FF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8BF23E13-F0A6-7267-29E3-4CA3A9E9B0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A4FF3956-EA49-AEA8-F351-AB8EAF3069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04FD44C4-2CBC-3860-2244-73920549F17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562674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B23A3A1-CAC3-6154-AE7E-94F8177C98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0755B2D-9282-AEFC-AF53-EB56157D0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13BED7F-54FF-1ECF-121F-6EF46BA5092C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6692DDDB-0CD1-73A5-DA01-E59EBB98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5088C342-8A32-1644-851D-372DD739E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09360DC2-BB6B-15E3-ED70-FAAB2255C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4BD2086B-C64F-FF39-6E8F-693DDFB2A4A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64584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26346FC-4350-C57C-70D5-1A6F7C8D60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76CCB5C-2DB3-244B-9C1F-7368F648A3B0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10834464-47F6-6537-C353-11AA04594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2A337E21-283F-ABB1-2E46-46B754AC477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F1897BA8-D288-2259-5838-6518C0B430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816A287E-730B-E32C-0348-CC74308991A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183D5508-116C-143C-B8DC-AE01E2B0154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2835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Verde escur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5CA405C-9586-BBD1-5EEF-EE44F3FDB6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432D16B8-4A57-DCC8-CC0A-406EA2EBEF76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C58565B1-C0B8-DCAF-ADF9-BBB444E9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A2F9382-E0FC-B941-45A2-FE04AB6C98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FA87787F-C3D4-F2D8-8C9F-4F4AB9A55C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C361CDED-232C-35EA-9256-149AF1D1AFD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356524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Rosa]">
    <p:bg>
      <p:bgPr>
        <a:solidFill>
          <a:srgbClr val="EA0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230A35E-DB79-36A6-55E8-BC217EF9D7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6316"/>
          <a:stretch/>
        </p:blipFill>
        <p:spPr>
          <a:xfrm>
            <a:off x="0" y="0"/>
            <a:ext cx="92456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CC43C2C-8840-2075-EDFE-F887EB0C9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611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FFB66D5-912F-C0F7-406C-EF8257D86D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D6B5926-F276-0E06-F452-E6757225ACE5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Espaço Reservado para Rodapé 3">
            <a:extLst>
              <a:ext uri="{FF2B5EF4-FFF2-40B4-BE49-F238E27FC236}">
                <a16:creationId xmlns:a16="http://schemas.microsoft.com/office/drawing/2014/main" id="{3C35F0E4-D13C-7DBE-9A10-C60B114C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42D6212-D842-D2D8-847F-4BF4E1CFC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9E7FD4EB-9A57-325F-114F-7689051A8C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FAED71BF-8532-BF7C-4026-CE40D3D3FF3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989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EEEA925-1E73-EC61-7503-9EAA0AF6F4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1424FFD5-C700-7B39-3EE7-F50045C425A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Espaço Reservado para Rodapé 3">
            <a:extLst>
              <a:ext uri="{FF2B5EF4-FFF2-40B4-BE49-F238E27FC236}">
                <a16:creationId xmlns:a16="http://schemas.microsoft.com/office/drawing/2014/main" id="{07F7E279-CFEB-A9C3-A36F-18CBC755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85731D52-12D2-867D-D6E4-A63B4D6DE2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CCD93E17-3B6B-C393-E09E-816C1A5281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8B52FF6-B8EA-4836-F216-E3E9A7B8847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50216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B327DBA-802B-9B22-B5AF-E493685AAB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205AF45-C8F4-EA41-3131-901F2ACD49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CC5845-B609-4ABF-779C-06B79DEDB244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Espaço Reservado para Rodapé 3">
            <a:extLst>
              <a:ext uri="{FF2B5EF4-FFF2-40B4-BE49-F238E27FC236}">
                <a16:creationId xmlns:a16="http://schemas.microsoft.com/office/drawing/2014/main" id="{C16A1998-02F2-83C7-BEEF-A866A880D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0758579E-D734-996E-48C6-4842E6430B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ADC8421E-49B2-C821-CE75-3632021BF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E3B0D08-ED2A-03A3-7D17-9159EC73838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69173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A3404D9-0D79-1BF5-475F-7E9196099A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5A4F54C-0E66-347C-7F1F-A3980270ACCA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Espaço Reservado para Rodapé 3">
            <a:extLst>
              <a:ext uri="{FF2B5EF4-FFF2-40B4-BE49-F238E27FC236}">
                <a16:creationId xmlns:a16="http://schemas.microsoft.com/office/drawing/2014/main" id="{A3667BF5-48C1-6E17-4BFE-33A586DB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9749D2E9-36EF-1F89-99E4-49C06C0F20B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7" name="Título 9">
            <a:extLst>
              <a:ext uri="{FF2B5EF4-FFF2-40B4-BE49-F238E27FC236}">
                <a16:creationId xmlns:a16="http://schemas.microsoft.com/office/drawing/2014/main" id="{5258D0E1-F086-8349-7B60-DD2E40C8D4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72302BA-6C5E-B088-0B23-0C498E0DCE8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E98F0EF7-B236-D411-CE75-56E76655924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8684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Ros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2000D50-822B-B258-64CE-45083849DE3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3AFA08E-C795-2CCA-E231-F266E8E9FB92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69115C47-19D1-72B5-DE3D-5D022620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15CB4143-F17E-6424-222D-3400856F8C4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95424768-11F9-1DEF-C782-2B12108F8C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5626C50-15B6-1D1B-AEA3-67960004A3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350870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Roxo]">
    <p:bg>
      <p:bgPr>
        <a:solidFill>
          <a:srgbClr val="802A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483AE9F-18E1-B7D7-D2D6-9ABA77253C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173"/>
          <a:stretch/>
        </p:blipFill>
        <p:spPr>
          <a:xfrm>
            <a:off x="0" y="0"/>
            <a:ext cx="73152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4D1D760-8D71-A1EB-7D66-37638D5963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103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5E24A11-EF3D-CF5E-522C-F0FF19D9F6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68E3872-106F-4824-811D-DAF43F7BF80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C77AD358-5283-94C4-588C-DE2DB4699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E90034C1-3B0F-5BE4-D6AB-4C5A2B2850D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1C4EB38B-B9C4-BCF3-6FB7-A4AE0A0E26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2D5843D-1A43-B729-43D7-3808C5D4D2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8175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404C32FD-192A-6BB5-0F12-DE93675406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BBDD84A-E42B-71C7-073D-F880102E33A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91EB37AA-F1CE-BFAF-1EFA-C15C79BF1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20C1C7E3-164E-FFC4-4057-DA4024B09D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484B6A52-F8C7-3E3B-6FEC-4E6D7084F7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39C964BA-8BF0-F870-C422-3F697398289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25617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E42660D-A508-223E-05BE-E20B86A3C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AB7AC4C-E6A3-1472-AEAB-AA5AAE6576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A834A43-22CF-F73B-F357-4201BAB72DF5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D04CA6F1-B7B3-CE33-ECB9-03906B05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10874234-CF46-5E5D-ECD1-782A4ABBED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35C0E77F-1442-3946-3D0A-09121CAFCA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B4D0E9E-FD03-C39D-61FE-67CE002A6DB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6177627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22A2855-0C8B-8AD9-4C96-A2C0BED997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C8729D6-D509-47CC-4AD4-0767D7F9E866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4BF00F5D-4850-0EA8-DD2F-31AC5930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A80AFBA4-279A-DA1A-C9A1-3A2B36988B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3A292885-349E-AF53-FF12-2C19B8D02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A073CFB2-1581-338D-0D5D-24685D41A4D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8A39CA68-18D2-38B0-335F-0D9C099E759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50725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Rox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9448BA3-407C-9DF4-2889-18CBAA1E60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2E2F036-0C97-7560-8A88-FB9C404FEF0A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4BF61614-0CEB-507D-27A0-24B9EBA68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E3C1FF03-97D6-6E15-CA99-A01BA2401B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D23A2D76-1ED4-EF2D-0337-4A455FEEF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56B20DA3-761F-3433-FF76-4339F61DB9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785325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Laranja]">
    <p:bg>
      <p:bgPr>
        <a:solidFill>
          <a:srgbClr val="F9A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BC52978-2814-F311-E3F8-687C7C43AC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90226"/>
          <a:stretch/>
        </p:blipFill>
        <p:spPr>
          <a:xfrm>
            <a:off x="0" y="0"/>
            <a:ext cx="66040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705E359-84DF-2068-BC08-41C63484F4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668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Amarel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2D8788DA-14C2-E0FA-233E-4346F86467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DCED76-8CDD-7A60-DA3F-885E741480D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550A6BE1-E397-ECA6-14BB-54EAF012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EC14510D-49E1-A62C-C8DE-829B5302F2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001164C7-A10C-5FB1-9AB1-CBFD979523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21B23695-5268-C3B6-21AC-12F91F4F23A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502481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Amarel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0209ECC2-107E-8E9A-FED2-252AB1EC01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CA735AD-4973-B661-1565-3FC2C6C0C517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658E3436-1B66-0316-0B85-A62E58F56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3625830A-9F0C-B6E0-3D36-4198715AC0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0D0B5771-DFCA-6E35-EB67-D7704872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CE03353-C234-F99E-002B-BE5AAD8B1E4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55557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Amarel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6B9EFEA0-3F63-9EAF-ACB0-1FABF5F736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53857086-E64B-2B79-35CC-488041FA3B7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C12D5CC6-44FE-59A0-5CDC-2B8A8C91142E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40E47431-389C-8D0A-7D23-1216DAAD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23CBEB2B-E3E1-C728-39AA-6BD6AB40E9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E22327BF-6BD7-DD1F-B54F-5999EE447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91CCB61D-05F6-5FE4-2F8E-4998DD4AE1E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426010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Amarel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269C55D-A9BE-1F1D-430D-2FD08F1524E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19BDAE6-3157-124A-FE5D-32BFF4BBFBAF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5B2139E8-7C8C-F188-C757-549D2B43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9DDE15C8-040C-EBA4-9CAA-CF75CD0DEC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11" name="Título 9">
            <a:extLst>
              <a:ext uri="{FF2B5EF4-FFF2-40B4-BE49-F238E27FC236}">
                <a16:creationId xmlns:a16="http://schemas.microsoft.com/office/drawing/2014/main" id="{010CE208-1A24-105E-AF1E-27C8EC59C4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ED6BFBBB-391D-79C6-B494-53CBC6A477A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19730B06-3C66-85FF-DB6D-A62819C7BC5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974455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Laranja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75263D-5572-C880-997A-91DEF6874F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F54E1C70-6C7F-3A04-0800-AFA9F3B6E648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0EA21DEA-98B5-0BCD-C671-CDD36F995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40155715-FA91-1AFF-D1F8-6BD877525D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0265E432-B0EB-7DA7-85B0-7AF91E0C9B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3C5DE50-36D1-33BB-8185-B3E1CDE5A1D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203551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 [Vermelho]">
    <p:bg>
      <p:bgPr>
        <a:solidFill>
          <a:srgbClr val="EC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1ECAE05-5967-D256-C9E9-FEF0A38D52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483" y="2373562"/>
            <a:ext cx="7835034" cy="15235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/>
              <a:defRPr sz="36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pt-BR"/>
              <a:t>Clique para inserir o título de seção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6F9AB72-834F-3372-1D2B-BFBE0A4633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89173"/>
          <a:stretch/>
        </p:blipFill>
        <p:spPr>
          <a:xfrm>
            <a:off x="0" y="0"/>
            <a:ext cx="731520" cy="6858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E4EF8AD-B61E-D312-ABFB-25BF3FC54D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0417" y="5961780"/>
            <a:ext cx="951166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5817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Espaço único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0249B0E3-04AD-4146-F63E-3FBCC15EA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E940F796-91AF-9386-01CE-D6CC7F4E8E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5ECFC1C-F92F-6CA5-0AC2-DA4FE1C4BEFE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72313B7A-BE49-B237-8475-4F1699C50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55A54907-2A22-6AFA-A769-FD03D9987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9" name="Título 9">
            <a:extLst>
              <a:ext uri="{FF2B5EF4-FFF2-40B4-BE49-F238E27FC236}">
                <a16:creationId xmlns:a16="http://schemas.microsoft.com/office/drawing/2014/main" id="{B6208482-EB15-3A3B-6854-59630BD08B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5ADB84E5-B0AA-8BE3-DF59-88F13FAFBA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713440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esquerda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1947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527E746E-E685-8010-2885-096E2A0FE9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C850AF4D-EF8F-E472-007A-CD920E5852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2A06005-1D5E-2F2C-675B-A3A9C26CCE55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CB531415-D41E-FBE3-5841-F2E27EAA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B6EB3C40-7FE6-270B-E40D-E047FAA391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7" name="Título 9">
            <a:extLst>
              <a:ext uri="{FF2B5EF4-FFF2-40B4-BE49-F238E27FC236}">
                <a16:creationId xmlns:a16="http://schemas.microsoft.com/office/drawing/2014/main" id="{4E16F36F-DA2A-629F-7887-707471E8F7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FB87D28E-BD56-E1C5-7545-ABD3DEC0FF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6312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15188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à direita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35251B97-5E98-56BA-5863-BC8533F7049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9854" y="1214341"/>
            <a:ext cx="3720196" cy="505393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A072135-4524-CCF1-08D3-AD5AC13C78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9908C7C-085C-BC06-11F0-D90BC00322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CF17B7-65DE-2B27-85EA-9353A96097C0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Espaço Reservado para Rodapé 3">
            <a:extLst>
              <a:ext uri="{FF2B5EF4-FFF2-40B4-BE49-F238E27FC236}">
                <a16:creationId xmlns:a16="http://schemas.microsoft.com/office/drawing/2014/main" id="{570D8C55-4C85-018B-19F6-F0E5E309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D57571ED-8555-7F42-D112-E7317A5E96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id="{CC8B5E1F-9242-E729-2F35-6ED42B527B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4DBF063-C7CC-762A-C4A4-407265F1C3D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7" y="1214340"/>
            <a:ext cx="7573738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70519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Duas imagens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Espaço Reservado para Imagem 3">
            <a:extLst>
              <a:ext uri="{FF2B5EF4-FFF2-40B4-BE49-F238E27FC236}">
                <a16:creationId xmlns:a16="http://schemas.microsoft.com/office/drawing/2014/main" id="{A0698863-43CC-5BC6-14DF-787299EC4ED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9281" y="1214341"/>
            <a:ext cx="5573489" cy="2878688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A50BB19-B362-3E7F-6B82-2FF40C30D7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806849C-9D7A-6FBB-B4D0-DF7C3ACBE4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D5BF127-8D52-8887-FC62-8754F3BCDE4C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881483F6-E097-A49F-2915-19AD67412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02921D1F-E563-7D2C-1834-CC02C1EC03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7" name="Título 9">
            <a:extLst>
              <a:ext uri="{FF2B5EF4-FFF2-40B4-BE49-F238E27FC236}">
                <a16:creationId xmlns:a16="http://schemas.microsoft.com/office/drawing/2014/main" id="{671D72C9-DAC7-A680-B968-80EF9733E9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5A9574D-B7E3-BB59-C4C3-79D80560C44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1D584BE7-7DB3-3CDB-F8B1-5EF214E7FF6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259281" y="4299855"/>
            <a:ext cx="5573489" cy="1968422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indent="-230400">
              <a:lnSpc>
                <a:spcPct val="120000"/>
              </a:lnSpc>
              <a:buClrTx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indent="-230400">
              <a:lnSpc>
                <a:spcPct val="120000"/>
              </a:lnSpc>
              <a:buClrTx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indent="-230400">
              <a:lnSpc>
                <a:spcPct val="120000"/>
              </a:lnSpc>
              <a:buClrTx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37846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- Imagem única [Vermelh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241395E9-5717-1D82-4E34-B396387F503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71282" y="372618"/>
            <a:ext cx="1168858" cy="481377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1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  <p:sp>
        <p:nvSpPr>
          <p:cNvPr id="2" name="Espaço Reservado para Imagem 3">
            <a:extLst>
              <a:ext uri="{FF2B5EF4-FFF2-40B4-BE49-F238E27FC236}">
                <a16:creationId xmlns:a16="http://schemas.microsoft.com/office/drawing/2014/main" id="{F82BE9FE-5D5A-41BF-C2A6-41E9A9860F7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9224" y="1214340"/>
            <a:ext cx="11470826" cy="4264121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None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6B44F5F5-4E9A-032E-A650-47733B856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89913" y="137249"/>
            <a:ext cx="1295235" cy="95734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AFAA184-7E83-EB1C-C5F3-6734E82FD5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7000" cy="6858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1A6F7BE-BF14-3FB1-5EFE-B097AC522CD9}"/>
              </a:ext>
            </a:extLst>
          </p:cNvPr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Espaço Reservado para Rodapé 3">
            <a:extLst>
              <a:ext uri="{FF2B5EF4-FFF2-40B4-BE49-F238E27FC236}">
                <a16:creationId xmlns:a16="http://schemas.microsoft.com/office/drawing/2014/main" id="{FA842965-429E-88AC-510E-F6DD5026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D49CBC40-4B57-A9B5-0CEF-335D1FF64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947" y="86766"/>
            <a:ext cx="906508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sp>
        <p:nvSpPr>
          <p:cNvPr id="3" name="Título 9">
            <a:extLst>
              <a:ext uri="{FF2B5EF4-FFF2-40B4-BE49-F238E27FC236}">
                <a16:creationId xmlns:a16="http://schemas.microsoft.com/office/drawing/2014/main" id="{567C8705-A80F-C05C-E09E-F75556DA5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9065082" cy="430118"/>
          </a:xfrm>
          <a:noFill/>
        </p:spPr>
        <p:txBody>
          <a:bodyPr wrap="square" lIns="90000" tIns="468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1C3A9628-D37D-9486-7AC1-86A99782FF0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59224" y="5643655"/>
            <a:ext cx="11470826" cy="624621"/>
          </a:xfrm>
        </p:spPr>
        <p:txBody>
          <a:bodyPr>
            <a:normAutofit/>
          </a:bodyPr>
          <a:lstStyle>
            <a:lvl1pPr marL="0" indent="-230400">
              <a:lnSpc>
                <a:spcPct val="120000"/>
              </a:lnSpc>
              <a:spcBef>
                <a:spcPts val="0"/>
              </a:spcBef>
              <a:buClrTx/>
              <a:buSzPct val="100000"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Clr>
                <a:srgbClr val="112369"/>
              </a:buClr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Clr>
                <a:srgbClr val="112369"/>
              </a:buCl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112369"/>
              </a:buCl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</p:txBody>
      </p:sp>
    </p:spTree>
    <p:extLst>
      <p:ext uri="{BB962C8B-B14F-4D97-AF65-F5344CB8AC3E}">
        <p14:creationId xmlns:p14="http://schemas.microsoft.com/office/powerpoint/2010/main" val="2013208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 userDrawn="1">
          <p15:clr>
            <a:srgbClr val="FBAE40"/>
          </p15:clr>
        </p15:guide>
        <p15:guide id="2" orient="horz" pos="3952" userDrawn="1">
          <p15:clr>
            <a:srgbClr val="FBAE40"/>
          </p15:clr>
        </p15:guide>
        <p15:guide id="3" pos="211" userDrawn="1">
          <p15:clr>
            <a:srgbClr val="FBAE40"/>
          </p15:clr>
        </p15:guide>
        <p15:guide id="4" pos="746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-capa com 2 n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D62C9FC-F92B-77D2-AC6D-D37640952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6" name="Espaço Reservado para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6244282" y="4214129"/>
            <a:ext cx="5404360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17" name="Espaço Reservado para Texto 15"/>
          <p:cNvSpPr>
            <a:spLocks noGrp="1"/>
          </p:cNvSpPr>
          <p:nvPr>
            <p:ph type="body" sz="quarter" idx="11" hasCustomPrompt="1"/>
          </p:nvPr>
        </p:nvSpPr>
        <p:spPr>
          <a:xfrm>
            <a:off x="6244282" y="3800781"/>
            <a:ext cx="5404360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15" name="Espaço Reservado para Tex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6244281" y="5606664"/>
            <a:ext cx="5404359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20" name="Espaço Reservado para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6244281" y="5193316"/>
            <a:ext cx="5404359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5459239" y="296532"/>
            <a:ext cx="6189402" cy="1736191"/>
          </a:xfrm>
        </p:spPr>
        <p:txBody>
          <a:bodyPr anchor="b">
            <a:norm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3600" b="1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39" y="2251186"/>
            <a:ext cx="6189402" cy="1051334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75D308-1CB2-7663-76DC-E42DADBA9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4110547"/>
            <a:ext cx="2686050" cy="19812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0668DBB-24DC-FA5F-87BB-F29E4E6058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65000" y="0"/>
            <a:ext cx="127000" cy="6858000"/>
          </a:xfrm>
          <a:prstGeom prst="rect">
            <a:avLst/>
          </a:prstGeom>
        </p:spPr>
      </p:pic>
      <p:sp>
        <p:nvSpPr>
          <p:cNvPr id="13" name="CaixaDeTexto 12">
            <a:hlinkClick r:id="rId5"/>
            <a:extLst>
              <a:ext uri="{FF2B5EF4-FFF2-40B4-BE49-F238E27FC236}">
                <a16:creationId xmlns:a16="http://schemas.microsoft.com/office/drawing/2014/main" id="{C812E07A-CE77-6FC8-065D-1B3E7229F25E}"/>
              </a:ext>
            </a:extLst>
          </p:cNvPr>
          <p:cNvSpPr txBox="1"/>
          <p:nvPr userDrawn="1"/>
        </p:nvSpPr>
        <p:spPr>
          <a:xfrm>
            <a:off x="1259240" y="5750114"/>
            <a:ext cx="2028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0" i="0" spc="0" err="1">
                <a:solidFill>
                  <a:srgbClr val="11236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virtus.ufcg.edu.br</a:t>
            </a:r>
            <a:endParaRPr lang="pt-BR" sz="1600" b="0" i="0" spc="0">
              <a:solidFill>
                <a:srgbClr val="11236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Espaço Reservado para Imagem 5">
            <a:extLst>
              <a:ext uri="{FF2B5EF4-FFF2-40B4-BE49-F238E27FC236}">
                <a16:creationId xmlns:a16="http://schemas.microsoft.com/office/drawing/2014/main" id="{C5B9516A-78F6-BA46-FD8E-F80B7472AE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17637" y="3024242"/>
            <a:ext cx="1711325" cy="1031875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8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</p:spTree>
    <p:extLst>
      <p:ext uri="{BB962C8B-B14F-4D97-AF65-F5344CB8AC3E}">
        <p14:creationId xmlns:p14="http://schemas.microsoft.com/office/powerpoint/2010/main" val="19641720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-capa com 1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D62C9FC-F92B-77D2-AC6D-D37640952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0"/>
            <a:ext cx="9144000" cy="6858000"/>
          </a:xfrm>
          <a:prstGeom prst="rect">
            <a:avLst/>
          </a:prstGeom>
        </p:spPr>
      </p:pic>
      <p:sp>
        <p:nvSpPr>
          <p:cNvPr id="15" name="Espaço Reservado para Tex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6194854" y="5105917"/>
            <a:ext cx="5453786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20" name="Espaço Reservado para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6194854" y="4692569"/>
            <a:ext cx="5453786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5459239" y="805523"/>
            <a:ext cx="6189402" cy="1736191"/>
          </a:xfrm>
        </p:spPr>
        <p:txBody>
          <a:bodyPr anchor="b">
            <a:norm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3600" b="1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39" y="2760177"/>
            <a:ext cx="6189402" cy="1051334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75D308-1CB2-7663-76DC-E42DADBA9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4110547"/>
            <a:ext cx="2686050" cy="198120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0668DBB-24DC-FA5F-87BB-F29E4E6058F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65000" y="0"/>
            <a:ext cx="127000" cy="6858000"/>
          </a:xfrm>
          <a:prstGeom prst="rect">
            <a:avLst/>
          </a:prstGeom>
        </p:spPr>
      </p:pic>
      <p:sp>
        <p:nvSpPr>
          <p:cNvPr id="13" name="CaixaDeTexto 12">
            <a:hlinkClick r:id="rId5"/>
            <a:extLst>
              <a:ext uri="{FF2B5EF4-FFF2-40B4-BE49-F238E27FC236}">
                <a16:creationId xmlns:a16="http://schemas.microsoft.com/office/drawing/2014/main" id="{C812E07A-CE77-6FC8-065D-1B3E7229F25E}"/>
              </a:ext>
            </a:extLst>
          </p:cNvPr>
          <p:cNvSpPr txBox="1"/>
          <p:nvPr userDrawn="1"/>
        </p:nvSpPr>
        <p:spPr>
          <a:xfrm>
            <a:off x="1259240" y="5750114"/>
            <a:ext cx="2028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0" i="0" spc="0" err="1">
                <a:solidFill>
                  <a:srgbClr val="11236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virtus.ufcg.edu.br</a:t>
            </a:r>
            <a:endParaRPr lang="pt-BR" sz="1600" b="0" i="0" spc="0">
              <a:solidFill>
                <a:srgbClr val="11236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Espaço Reservado para Imagem 5">
            <a:extLst>
              <a:ext uri="{FF2B5EF4-FFF2-40B4-BE49-F238E27FC236}">
                <a16:creationId xmlns:a16="http://schemas.microsoft.com/office/drawing/2014/main" id="{C5B9516A-78F6-BA46-FD8E-F80B7472AE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17637" y="3024242"/>
            <a:ext cx="1711325" cy="1031875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tabLst/>
              <a:defRPr sz="180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Reservado para a marca do parceiro</a:t>
            </a:r>
          </a:p>
        </p:txBody>
      </p:sp>
    </p:spTree>
    <p:extLst>
      <p:ext uri="{BB962C8B-B14F-4D97-AF65-F5344CB8AC3E}">
        <p14:creationId xmlns:p14="http://schemas.microsoft.com/office/powerpoint/2010/main" val="47925454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údo - Espaço único [Padrão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/>
          <p:cNvSpPr txBox="1"/>
          <p:nvPr userDrawn="1"/>
        </p:nvSpPr>
        <p:spPr>
          <a:xfrm>
            <a:off x="11048999" y="6408108"/>
            <a:ext cx="78105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fld id="{B3F795BC-9BFD-496F-AC8B-A26300D89505}" type="slidenum">
              <a:rPr lang="pt-BR" sz="1100" b="1" i="0" smtClean="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‹nº›</a:t>
            </a:fld>
            <a:endParaRPr lang="pt-BR" sz="1100" b="1" i="0">
              <a:solidFill>
                <a:srgbClr val="C6C6C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Espaço Reservado para Rodapé 3">
            <a:extLst>
              <a:ext uri="{FF2B5EF4-FFF2-40B4-BE49-F238E27FC236}">
                <a16:creationId xmlns:a16="http://schemas.microsoft.com/office/drawing/2014/main" id="{2F5F62B4-4FC4-D947-9C47-3A4B2F19C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2597" y="6356352"/>
            <a:ext cx="1611087" cy="365125"/>
          </a:xfrm>
        </p:spPr>
        <p:txBody>
          <a:bodyPr/>
          <a:lstStyle>
            <a:lvl1pPr algn="r">
              <a:defRPr sz="1000">
                <a:solidFill>
                  <a:srgbClr val="C6C6C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CONFIDENTIAL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0B232126-6554-7B29-DBE9-812491DD48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79" y="0"/>
            <a:ext cx="127000" cy="6858000"/>
          </a:xfrm>
          <a:prstGeom prst="rect">
            <a:avLst/>
          </a:prstGeom>
        </p:spPr>
      </p:pic>
      <p:sp>
        <p:nvSpPr>
          <p:cNvPr id="2" name="Espaço Reservado para Conteúdo 2">
            <a:extLst>
              <a:ext uri="{FF2B5EF4-FFF2-40B4-BE49-F238E27FC236}">
                <a16:creationId xmlns:a16="http://schemas.microsoft.com/office/drawing/2014/main" id="{829E2453-8F9D-3AE2-379A-5F0BCF52AB8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61948" y="1214340"/>
            <a:ext cx="11468102" cy="5053937"/>
          </a:xfrm>
        </p:spPr>
        <p:txBody>
          <a:bodyPr/>
          <a:lstStyle>
            <a:lvl1pPr marL="342900" indent="-230400">
              <a:lnSpc>
                <a:spcPct val="120000"/>
              </a:lnSpc>
              <a:buClrTx/>
              <a:buSzPct val="100000"/>
              <a:buFont typeface="Arial" panose="020B0604020202020204" pitchFamily="34" charset="0"/>
              <a:buChar char="•"/>
              <a:defRPr sz="2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8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6002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057400" indent="-230400">
              <a:lnSpc>
                <a:spcPct val="120000"/>
              </a:lnSpc>
              <a:buClrTx/>
              <a:buFont typeface="Arial" panose="020B0604020202020204" pitchFamily="34" charset="0"/>
              <a:buChar char="•"/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/>
              <a:t>Clique para inserir o conteúdo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Título 9">
            <a:extLst>
              <a:ext uri="{FF2B5EF4-FFF2-40B4-BE49-F238E27FC236}">
                <a16:creationId xmlns:a16="http://schemas.microsoft.com/office/drawing/2014/main" id="{E6211BD8-2E60-A0C4-8C28-D992D1FC4D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47" y="395138"/>
            <a:ext cx="10687052" cy="430118"/>
          </a:xfrm>
          <a:noFill/>
        </p:spPr>
        <p:txBody>
          <a:bodyPr wrap="square" lIns="90000" rIns="90000" anchor="t" anchorCtr="0">
            <a:spAutoFit/>
          </a:bodyPr>
          <a:lstStyle>
            <a:lvl1pPr mar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242D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inserir o título do slide</a:t>
            </a:r>
          </a:p>
        </p:txBody>
      </p:sp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60A431DD-4268-95DE-E830-02D204FBDB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947" y="86766"/>
            <a:ext cx="10687052" cy="307949"/>
          </a:xfr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pt-BR" sz="1200" b="0" i="0" kern="1200" dirty="0" smtClean="0">
                <a:solidFill>
                  <a:srgbClr val="67676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2pPr>
            <a:lvl3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3pPr>
            <a:lvl4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 smtClean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4pPr>
            <a:lvl5pPr marL="0" indent="0" algn="l" defTabSz="914400" rtl="0" eaLnBrk="1" latinLnBrk="0" hangingPunct="1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buNone/>
              <a:defRPr lang="pt-BR" sz="2400" b="1" i="0" kern="1200" dirty="0">
                <a:solidFill>
                  <a:srgbClr val="242D66"/>
                </a:solidFill>
                <a:latin typeface="Montserrat" pitchFamily="2" charset="77"/>
                <a:ea typeface="Roboto" pitchFamily="2" charset="0"/>
                <a:cs typeface="+mj-cs"/>
              </a:defRPr>
            </a:lvl5pPr>
          </a:lstStyle>
          <a:p>
            <a:pPr lvl="0"/>
            <a:r>
              <a:rPr lang="pt-BR"/>
              <a:t>Clique para inserir o título de seção (opcional)</a:t>
            </a:r>
          </a:p>
        </p:txBody>
      </p: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DE7094C5-3EB4-CDB0-88FC-21AC30ADE4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6752" y="263959"/>
            <a:ext cx="953734" cy="7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950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4">
          <p15:clr>
            <a:srgbClr val="FBAE40"/>
          </p15:clr>
        </p15:guide>
        <p15:guide id="2" orient="horz" pos="3952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-capa com 2 nomes [PT-Br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D62C9FC-F92B-77D2-AC6D-D37640952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0" y="4064"/>
            <a:ext cx="9144000" cy="6858000"/>
          </a:xfrm>
          <a:prstGeom prst="rect">
            <a:avLst/>
          </a:prstGeom>
        </p:spPr>
      </p:pic>
      <p:sp>
        <p:nvSpPr>
          <p:cNvPr id="16" name="Espaço Reservado para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6244282" y="4214129"/>
            <a:ext cx="5404360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17" name="Espaço Reservado para Texto 15"/>
          <p:cNvSpPr>
            <a:spLocks noGrp="1"/>
          </p:cNvSpPr>
          <p:nvPr>
            <p:ph type="body" sz="quarter" idx="11" hasCustomPrompt="1"/>
          </p:nvPr>
        </p:nvSpPr>
        <p:spPr>
          <a:xfrm>
            <a:off x="6244282" y="3800781"/>
            <a:ext cx="5404360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15" name="Espaço Reservado para Texto 15"/>
          <p:cNvSpPr>
            <a:spLocks noGrp="1"/>
          </p:cNvSpPr>
          <p:nvPr>
            <p:ph type="body" sz="quarter" idx="12" hasCustomPrompt="1"/>
          </p:nvPr>
        </p:nvSpPr>
        <p:spPr>
          <a:xfrm>
            <a:off x="6244281" y="5606664"/>
            <a:ext cx="5404359" cy="786808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 err="1"/>
              <a:t>nome.sobrenome@virtus.ufcg.edu.br</a:t>
            </a:r>
            <a:endParaRPr lang="pt-BR"/>
          </a:p>
          <a:p>
            <a:pPr lvl="0"/>
            <a:r>
              <a:rPr lang="pt-BR"/>
              <a:t>+55 00 00000-0000</a:t>
            </a:r>
          </a:p>
        </p:txBody>
      </p:sp>
      <p:sp>
        <p:nvSpPr>
          <p:cNvPr id="20" name="Espaço Reservado para Tex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6244281" y="5193316"/>
            <a:ext cx="5404359" cy="362837"/>
          </a:xfrm>
        </p:spPr>
        <p:txBody>
          <a:bodyPr anchor="ctr">
            <a:no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baseline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5459239" y="296532"/>
            <a:ext cx="6189402" cy="1736191"/>
          </a:xfrm>
        </p:spPr>
        <p:txBody>
          <a:bodyPr anchor="b">
            <a:norm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3600" b="1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pt-BR"/>
              <a:t>Clique para adicionar o título da apresentação</a:t>
            </a:r>
            <a:endParaRPr lang="en-US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59239" y="2251186"/>
            <a:ext cx="6189402" cy="1051334"/>
          </a:xfrm>
        </p:spPr>
        <p:txBody>
          <a:bodyPr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400" b="0" i="0">
                <a:solidFill>
                  <a:srgbClr val="5D5D5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adicionar o subtítulo (opcional)</a:t>
            </a:r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668DBB-24DC-FA5F-87BB-F29E4E6058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065000" y="0"/>
            <a:ext cx="127000" cy="6858000"/>
          </a:xfrm>
          <a:prstGeom prst="rect">
            <a:avLst/>
          </a:prstGeom>
        </p:spPr>
      </p:pic>
      <p:sp>
        <p:nvSpPr>
          <p:cNvPr id="13" name="CaixaDeTexto 12">
            <a:hlinkClick r:id="rId4"/>
            <a:extLst>
              <a:ext uri="{FF2B5EF4-FFF2-40B4-BE49-F238E27FC236}">
                <a16:creationId xmlns:a16="http://schemas.microsoft.com/office/drawing/2014/main" id="{C812E07A-CE77-6FC8-065D-1B3E7229F25E}"/>
              </a:ext>
            </a:extLst>
          </p:cNvPr>
          <p:cNvSpPr txBox="1"/>
          <p:nvPr userDrawn="1"/>
        </p:nvSpPr>
        <p:spPr>
          <a:xfrm>
            <a:off x="977359" y="5750114"/>
            <a:ext cx="2335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b="0" i="0" spc="0" err="1">
                <a:solidFill>
                  <a:srgbClr val="11236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virtus.ufcg.edu.br</a:t>
            </a:r>
            <a:r>
              <a:rPr lang="pt-BR" sz="1600" b="0" i="0" spc="0">
                <a:solidFill>
                  <a:srgbClr val="11236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/cc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8648FD0-ECDB-E469-A5A5-54C201FEDD1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7676" y="2945769"/>
            <a:ext cx="2735263" cy="100340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D92B407D-10AE-7DF4-1254-24A287D9F25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8349" y="4096767"/>
            <a:ext cx="2333917" cy="1310722"/>
          </a:xfrm>
          <a:prstGeom prst="rect">
            <a:avLst/>
          </a:prstGeom>
        </p:spPr>
      </p:pic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BD98E23F-D4DB-B01D-D33D-117A46C8C49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49" y="991355"/>
            <a:ext cx="2046715" cy="161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DC8E0-0F88-40D3-BAD8-F689354AD36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4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1" r:id="rId2"/>
    <p:sldLayoutId id="2147483662" r:id="rId3"/>
    <p:sldLayoutId id="2147483669" r:id="rId4"/>
    <p:sldLayoutId id="2147483677" r:id="rId5"/>
    <p:sldLayoutId id="2147483678" r:id="rId6"/>
    <p:sldLayoutId id="2147483679" r:id="rId7"/>
    <p:sldLayoutId id="2147483680" r:id="rId8"/>
    <p:sldLayoutId id="214748367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71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72" r:id="rId21"/>
    <p:sldLayoutId id="2147483691" r:id="rId22"/>
    <p:sldLayoutId id="2147483692" r:id="rId23"/>
    <p:sldLayoutId id="2147483693" r:id="rId24"/>
    <p:sldLayoutId id="2147483694" r:id="rId25"/>
    <p:sldLayoutId id="2147483695" r:id="rId26"/>
    <p:sldLayoutId id="2147483673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674" r:id="rId33"/>
    <p:sldLayoutId id="2147483701" r:id="rId34"/>
    <p:sldLayoutId id="2147483702" r:id="rId35"/>
    <p:sldLayoutId id="2147483703" r:id="rId36"/>
    <p:sldLayoutId id="2147483704" r:id="rId37"/>
    <p:sldLayoutId id="2147483705" r:id="rId38"/>
    <p:sldLayoutId id="2147483675" r:id="rId39"/>
    <p:sldLayoutId id="2147483706" r:id="rId40"/>
    <p:sldLayoutId id="2147483707" r:id="rId41"/>
    <p:sldLayoutId id="2147483708" r:id="rId42"/>
    <p:sldLayoutId id="2147483709" r:id="rId43"/>
    <p:sldLayoutId id="2147483710" r:id="rId44"/>
    <p:sldLayoutId id="2147483676" r:id="rId45"/>
    <p:sldLayoutId id="2147483711" r:id="rId46"/>
    <p:sldLayoutId id="2147483712" r:id="rId47"/>
    <p:sldLayoutId id="2147483713" r:id="rId48"/>
    <p:sldLayoutId id="2147483714" r:id="rId49"/>
    <p:sldLayoutId id="2147483715" r:id="rId50"/>
    <p:sldLayoutId id="2147483667" r:id="rId51"/>
    <p:sldLayoutId id="2147483716" r:id="rId52"/>
    <p:sldLayoutId id="2147483718" r:id="rId53"/>
    <p:sldLayoutId id="2147483719" r:id="rId5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Tx/>
        <a:buBlip>
          <a:blip r:embed="rId5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579A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579A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579A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1579A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3809BC-CF7B-B870-3AB4-BFCDB2E11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1926" y="805522"/>
            <a:ext cx="7016715" cy="1736191"/>
          </a:xfrm>
        </p:spPr>
        <p:txBody>
          <a:bodyPr/>
          <a:lstStyle/>
          <a:p>
            <a:r>
              <a:rPr lang="pt-BR" dirty="0">
                <a:latin typeface="Verdana"/>
                <a:ea typeface="Verdana"/>
              </a:rPr>
              <a:t>Stack tecnológica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3A96DF6-4637-FD99-91E3-BFF060693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1412" y="2760174"/>
            <a:ext cx="8047229" cy="10513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>
                <a:latin typeface="Verdana"/>
                <a:ea typeface="Verdana"/>
              </a:rPr>
              <a:t>Hardware e Infraestrutura de Redes para Sensoriamento Inteligente</a:t>
            </a:r>
          </a:p>
        </p:txBody>
      </p:sp>
    </p:spTree>
    <p:extLst>
      <p:ext uri="{BB962C8B-B14F-4D97-AF65-F5344CB8AC3E}">
        <p14:creationId xmlns:p14="http://schemas.microsoft.com/office/powerpoint/2010/main" val="4204036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65261-A268-A297-940B-E6952E92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02DDCC5-0356-0F47-68A8-3E1D880D5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CONFIDENTIAL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55F65FC-C25F-6D14-0BBF-9B1164172D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F7ECD53-B034-51EA-F668-7004EB26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latin typeface="Verdana"/>
                <a:ea typeface="Verdana"/>
              </a:rPr>
              <a:t>Sumário</a:t>
            </a:r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84942EE-901E-4DF0-B7E3-0FA76E1997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>
                <a:latin typeface="Verdana"/>
                <a:ea typeface="Verdana"/>
              </a:rPr>
              <a:t>Índice</a:t>
            </a:r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3E4ED97-C26E-30A4-A222-429CDF4068F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indent="-229870"/>
            <a:endParaRPr lang="pt-BR"/>
          </a:p>
          <a:p>
            <a:pPr indent="-229870"/>
            <a:endParaRPr lang="pt-BR"/>
          </a:p>
          <a:p>
            <a:pPr indent="-229870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0E6F2A-230C-9DDF-EE48-CF9DB98F4EF8}"/>
              </a:ext>
            </a:extLst>
          </p:cNvPr>
          <p:cNvSpPr txBox="1"/>
          <p:nvPr/>
        </p:nvSpPr>
        <p:spPr>
          <a:xfrm>
            <a:off x="563912" y="1159153"/>
            <a:ext cx="1126258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pt-BR" dirty="0">
                <a:ea typeface="Verdana"/>
              </a:rPr>
              <a:t>Revisão</a:t>
            </a:r>
          </a:p>
          <a:p>
            <a:pPr marL="285750" indent="-285750">
              <a:buFont typeface="Wingdings"/>
              <a:buChar char="Ø"/>
            </a:pPr>
            <a:r>
              <a:rPr lang="pt-BR" dirty="0">
                <a:ea typeface="Verdana"/>
              </a:rPr>
              <a:t>Arquitetura</a:t>
            </a:r>
          </a:p>
          <a:p>
            <a:pPr marL="285750" indent="-285750">
              <a:buFont typeface="Wingdings"/>
              <a:buChar char="Ø"/>
            </a:pPr>
            <a:r>
              <a:rPr lang="pt-BR" dirty="0">
                <a:ea typeface="Verdana"/>
              </a:rPr>
              <a:t>Frentes</a:t>
            </a:r>
          </a:p>
          <a:p>
            <a:pPr marL="742950" lvl="1" indent="-285750">
              <a:buFont typeface="Wingdings"/>
              <a:buChar char="Ø"/>
            </a:pPr>
            <a:r>
              <a:rPr lang="pt-BR" dirty="0" err="1">
                <a:ea typeface="Verdana"/>
                <a:hlinkClick r:id="" action="ppaction://hlinkshowjump?jump=nextslide"/>
              </a:rPr>
              <a:t>Frontend</a:t>
            </a:r>
            <a:endParaRPr lang="pt-BR" dirty="0">
              <a:ea typeface="Verdana"/>
            </a:endParaRPr>
          </a:p>
          <a:p>
            <a:pPr marL="742950" lvl="1" indent="-285750">
              <a:buFont typeface="Wingdings"/>
              <a:buChar char="Ø"/>
            </a:pPr>
            <a:r>
              <a:rPr lang="pt-BR" dirty="0" err="1">
                <a:ea typeface="Verdana"/>
                <a:hlinkClick r:id="" action="ppaction://noaction"/>
              </a:rPr>
              <a:t>Backend</a:t>
            </a:r>
            <a:endParaRPr lang="pt-BR" dirty="0">
              <a:ea typeface="Verdana"/>
            </a:endParaRPr>
          </a:p>
          <a:p>
            <a:pPr marL="742950" lvl="1" indent="-285750">
              <a:buFont typeface="Wingdings"/>
              <a:buChar char="Ø"/>
            </a:pPr>
            <a:r>
              <a:rPr lang="pt-BR" dirty="0">
                <a:ea typeface="Verdana"/>
                <a:hlinkClick r:id="" action="ppaction://noaction"/>
              </a:rPr>
              <a:t>Infraestrutura</a:t>
            </a:r>
            <a:endParaRPr lang="pt-BR" dirty="0">
              <a:ea typeface="Verdana"/>
            </a:endParaRPr>
          </a:p>
          <a:p>
            <a:pPr marL="742950" lvl="1" indent="-285750">
              <a:buFont typeface="Wingdings"/>
              <a:buChar char="Ø"/>
            </a:pPr>
            <a:r>
              <a:rPr lang="pt-BR" dirty="0">
                <a:ea typeface="Verdana"/>
                <a:hlinkClick r:id="" action="ppaction://noaction"/>
              </a:rPr>
              <a:t>Rede / </a:t>
            </a:r>
            <a:r>
              <a:rPr lang="pt-BR" dirty="0" err="1">
                <a:ea typeface="Verdana"/>
                <a:hlinkClick r:id="" action="ppaction://noaction"/>
              </a:rPr>
              <a:t>QoS</a:t>
            </a:r>
            <a:r>
              <a:rPr lang="pt-BR" dirty="0">
                <a:ea typeface="Verdana"/>
                <a:hlinkClick r:id="" action="ppaction://noaction"/>
              </a:rPr>
              <a:t> </a:t>
            </a:r>
            <a:r>
              <a:rPr lang="pt-BR" dirty="0" err="1">
                <a:ea typeface="Verdana"/>
                <a:hlinkClick r:id="" action="ppaction://noaction"/>
              </a:rPr>
              <a:t>Simulation</a:t>
            </a:r>
            <a:endParaRPr lang="pt-BR" dirty="0">
              <a:ea typeface="Verdana"/>
            </a:endParaRPr>
          </a:p>
          <a:p>
            <a:pPr marL="742950" lvl="1" indent="-285750">
              <a:buFont typeface="Wingdings"/>
              <a:buChar char="Ø"/>
            </a:pPr>
            <a:r>
              <a:rPr lang="pt-BR" dirty="0">
                <a:ea typeface="Verdana"/>
                <a:hlinkClick r:id="" action="ppaction://noaction"/>
              </a:rPr>
              <a:t>Robótica e Simulação</a:t>
            </a:r>
          </a:p>
          <a:p>
            <a:pPr marL="285750" indent="-285750">
              <a:buFont typeface="Wingdings"/>
              <a:buChar char="Ø"/>
            </a:pPr>
            <a:r>
              <a:rPr lang="pt-BR" dirty="0">
                <a:ea typeface="Verdana"/>
              </a:rPr>
              <a:t>Artefatos</a:t>
            </a:r>
          </a:p>
          <a:p>
            <a:pPr marL="742950" lvl="1" indent="-285750">
              <a:buFont typeface="Wingdings"/>
              <a:buChar char="Ø"/>
            </a:pPr>
            <a:r>
              <a:rPr lang="pt-BR" dirty="0">
                <a:solidFill>
                  <a:srgbClr val="000000"/>
                </a:solidFill>
                <a:latin typeface="Verdana"/>
                <a:ea typeface="Verdana"/>
                <a:cs typeface="Roboto"/>
                <a:hlinkClick r:id="" action="ppaction://noaction"/>
              </a:rPr>
              <a:t>Demonstração de políticas </a:t>
            </a:r>
            <a:r>
              <a:rPr lang="pt-BR" dirty="0" err="1">
                <a:solidFill>
                  <a:srgbClr val="000000"/>
                </a:solidFill>
                <a:latin typeface="Verdana"/>
                <a:ea typeface="Verdana"/>
                <a:cs typeface="Roboto"/>
                <a:hlinkClick r:id="" action="ppaction://noaction"/>
              </a:rPr>
              <a:t>QoS</a:t>
            </a:r>
            <a:r>
              <a:rPr lang="pt-BR" dirty="0">
                <a:solidFill>
                  <a:srgbClr val="000000"/>
                </a:solidFill>
                <a:latin typeface="Verdana"/>
                <a:ea typeface="Verdana"/>
                <a:cs typeface="Roboto"/>
                <a:hlinkClick r:id="" action="ppaction://noaction"/>
              </a:rPr>
              <a:t> aplicadas ao projeto</a:t>
            </a:r>
          </a:p>
          <a:p>
            <a:pPr marL="742950" lvl="1" indent="-285750">
              <a:buFont typeface="Wingdings"/>
              <a:buChar char="Ø"/>
            </a:pPr>
            <a:r>
              <a:rPr lang="pt-BR" dirty="0">
                <a:ea typeface="Verdana"/>
                <a:cs typeface="Roboto"/>
                <a:hlinkClick r:id="" action="ppaction://noaction"/>
              </a:rPr>
              <a:t>Demonstração: modelo UR3 integrado ao </a:t>
            </a:r>
            <a:r>
              <a:rPr lang="pt-BR" dirty="0" err="1">
                <a:ea typeface="Verdana"/>
                <a:cs typeface="Roboto"/>
                <a:hlinkClick r:id="" action="ppaction://noaction"/>
              </a:rPr>
              <a:t>Coppelia-service</a:t>
            </a:r>
            <a:r>
              <a:rPr lang="pt-BR" dirty="0">
                <a:ea typeface="Verdana"/>
                <a:cs typeface="Roboto"/>
                <a:hlinkClick r:id="" action="ppaction://noaction"/>
              </a:rPr>
              <a:t> e envio de comando pelo </a:t>
            </a:r>
            <a:r>
              <a:rPr lang="pt-BR" dirty="0" err="1">
                <a:ea typeface="Verdana"/>
                <a:cs typeface="Roboto"/>
                <a:hlinkClick r:id="" action="ppaction://noaction"/>
              </a:rPr>
              <a:t>MetaQuest</a:t>
            </a:r>
            <a:endParaRPr lang="pt-BR" dirty="0">
              <a:ea typeface="Verdana"/>
              <a:cs typeface="Roboto"/>
              <a:hlinkClick r:id="" action="ppaction://noaction"/>
            </a:endParaRPr>
          </a:p>
          <a:p>
            <a:pPr marL="285750" indent="-285750">
              <a:buFont typeface="Wingdings"/>
              <a:buChar char="Ø"/>
            </a:pPr>
            <a:endParaRPr lang="pt-BR" dirty="0">
              <a:ea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90820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FE0764C-F1CA-1153-98D4-CF4D8376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CONFIDENTIAL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200A871-EF1B-328D-B39A-C6EF524F3E8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86944" y="240740"/>
            <a:ext cx="11818112" cy="6406696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4C346A4-FD27-DA1C-608C-2B4085BF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CAPARA API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D8DF50-9A64-065B-EA47-7B23759105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593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58D78E94-E09E-EF15-A5E6-60634ECF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CONFIDENTIAL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FC180E-0710-0486-BBA8-33E00BC9ED5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45F3E18-47B9-B862-0B90-5877F7EE6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Implementação da API </a:t>
            </a:r>
            <a:r>
              <a:rPr lang="pt-BR" err="1"/>
              <a:t>QoD</a:t>
            </a:r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1EC4C9-ECCC-B386-DEC5-44B75AB3E14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60BCCCA-682D-26E7-B4B1-526C7D4CB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8" y="1214340"/>
            <a:ext cx="5348204" cy="5419058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Espaço Reservado para Conteúdo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81F8F324-3AC6-47FA-CA1E-C7044B6A0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503" y="1214340"/>
            <a:ext cx="4932322" cy="5100948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AAC10D6-5370-C34E-1A6F-DEF9A3C1D817}"/>
              </a:ext>
            </a:extLst>
          </p:cNvPr>
          <p:cNvSpPr txBox="1"/>
          <p:nvPr/>
        </p:nvSpPr>
        <p:spPr>
          <a:xfrm>
            <a:off x="361946" y="859552"/>
            <a:ext cx="44513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/>
              <a:t>Implementação:</a:t>
            </a:r>
            <a:r>
              <a:rPr lang="pt-BR" sz="1400" i="1">
                <a:solidFill>
                  <a:srgbClr val="FF0000"/>
                </a:solidFill>
              </a:rPr>
              <a:t> Deutsche Telekom</a:t>
            </a:r>
          </a:p>
        </p:txBody>
      </p:sp>
      <p:sp>
        <p:nvSpPr>
          <p:cNvPr id="11" name="Fluxograma: Processo 10">
            <a:extLst>
              <a:ext uri="{FF2B5EF4-FFF2-40B4-BE49-F238E27FC236}">
                <a16:creationId xmlns:a16="http://schemas.microsoft.com/office/drawing/2014/main" id="{B1E8FC64-01E4-D4C4-FA1A-D7AFA62EE90A}"/>
              </a:ext>
            </a:extLst>
          </p:cNvPr>
          <p:cNvSpPr/>
          <p:nvPr/>
        </p:nvSpPr>
        <p:spPr>
          <a:xfrm>
            <a:off x="9977967" y="2260600"/>
            <a:ext cx="1401233" cy="508000"/>
          </a:xfrm>
          <a:prstGeom prst="flowChartProcess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luxograma: Processo 11">
            <a:extLst>
              <a:ext uri="{FF2B5EF4-FFF2-40B4-BE49-F238E27FC236}">
                <a16:creationId xmlns:a16="http://schemas.microsoft.com/office/drawing/2014/main" id="{79A7EC41-D9CB-3168-B3AE-BE5B732F7250}"/>
              </a:ext>
            </a:extLst>
          </p:cNvPr>
          <p:cNvSpPr/>
          <p:nvPr/>
        </p:nvSpPr>
        <p:spPr>
          <a:xfrm>
            <a:off x="1208316" y="6268277"/>
            <a:ext cx="2817584" cy="203052"/>
          </a:xfrm>
          <a:prstGeom prst="flowChartProcess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99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985C42F-FDDD-B2C0-C4D2-1A0100F94B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/>
              <a:t>daniel.macedo@virtus-cc.ufcg.edu.br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3DF629-88E4-2832-C2D9-630287EB61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/>
              <a:t>Daniel Macedo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3249915-0A0C-F5F6-65E3-8D6CBAE7FA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1058" y="296532"/>
            <a:ext cx="7607583" cy="1736191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Verdana"/>
                <a:ea typeface="Verdana"/>
              </a:rPr>
              <a:t>Hardware e Infraestrutura de Redes para Sensoriamento Inteligente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0371CE5B-E8AA-86DF-82A8-3884B0478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90444CF0-BB05-CC54-4156-77014E46EA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44EFB431-BB25-E13F-2BD4-294CC735CA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03817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RTUS-Slides" id="{B058E379-73CD-9143-8141-62B01EC3BF12}" vid="{81C30D6B-B06D-D340-9D17-EF1B185CCAFF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53c57f-37ff-4e9e-b25e-17d1507889a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C1CE8B4BDCE7841B931C684E3D924AC" ma:contentTypeVersion="14" ma:contentTypeDescription="Crie um novo documento." ma:contentTypeScope="" ma:versionID="88a5d5cd4724148c992dec2384a44159">
  <xsd:schema xmlns:xsd="http://www.w3.org/2001/XMLSchema" xmlns:xs="http://www.w3.org/2001/XMLSchema" xmlns:p="http://schemas.microsoft.com/office/2006/metadata/properties" xmlns:ns3="9153c57f-37ff-4e9e-b25e-17d1507889ae" xmlns:ns4="ef0bfb55-a61c-41c4-9c06-949de066c0d4" targetNamespace="http://schemas.microsoft.com/office/2006/metadata/properties" ma:root="true" ma:fieldsID="be530a767f1408ad37366e533dced33b" ns3:_="" ns4:_="">
    <xsd:import namespace="9153c57f-37ff-4e9e-b25e-17d1507889ae"/>
    <xsd:import namespace="ef0bfb55-a61c-41c4-9c06-949de066c0d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3c57f-37ff-4e9e-b25e-17d1507889a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0bfb55-a61c-41c4-9c06-949de066c0d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6091CA-F9E5-41F5-9CB2-00B0F66F4B5F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9153c57f-37ff-4e9e-b25e-17d1507889ae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ef0bfb55-a61c-41c4-9c06-949de066c0d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23475C8-DC69-4DFA-AA39-6F60B2D933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5B7EC8-22CE-4E41-BF78-D56EC0226D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53c57f-37ff-4e9e-b25e-17d1507889ae"/>
    <ds:schemaRef ds:uri="ef0bfb55-a61c-41c4-9c06-949de066c0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80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3" baseType="lpstr">
      <vt:lpstr>Montserrat Medium</vt:lpstr>
      <vt:lpstr>Calibri</vt:lpstr>
      <vt:lpstr>Arial</vt:lpstr>
      <vt:lpstr>Verdana</vt:lpstr>
      <vt:lpstr>Montserrat SemiBold</vt:lpstr>
      <vt:lpstr>Wingdings</vt:lpstr>
      <vt:lpstr>Montserrat</vt:lpstr>
      <vt:lpstr>Tema do Office</vt:lpstr>
      <vt:lpstr>Stack tecnológica</vt:lpstr>
      <vt:lpstr>Sumário</vt:lpstr>
      <vt:lpstr>CAPARA API</vt:lpstr>
      <vt:lpstr>Implementação da API QoD</vt:lpstr>
      <vt:lpstr>Hardware e Infraestrutura de Redes para Sensoriamento Inteligente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 Galvão de Melo</dc:creator>
  <cp:lastModifiedBy>Daniel Macedo</cp:lastModifiedBy>
  <cp:revision>3</cp:revision>
  <dcterms:created xsi:type="dcterms:W3CDTF">2020-04-08T15:23:08Z</dcterms:created>
  <dcterms:modified xsi:type="dcterms:W3CDTF">2026-10-16T00:38:11Z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0x0101008C1CE8B4BDCE7841B931C684E3D924AC</vt:lpwstr>
  </property>
</Properties>
</file>